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6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463040" cy="31089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 TA2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858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47472" y="12984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8449056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901952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0195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9385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automated OCR system to extract text from scanned documents and images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2478024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7802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514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unstructured image data into structured, machine-readable textual information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" y="3054096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540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9536" y="30906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deep learning CRNN architecture combining CNN and Bidirectional LSTM layers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3630168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6301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36667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efficient, real-world processing of receipt documents and printed text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" y="4206240"/>
            <a:ext cx="420624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20624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42428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downstream tasks including data analysis, digitization, and structured CSV export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8120" y="1691640"/>
            <a:ext cx="100584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57032" y="2148840"/>
            <a:ext cx="36576" cy="2926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441448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2441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57032" y="2898648"/>
            <a:ext cx="36576" cy="2926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3191256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3191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Recognize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57032" y="3648456"/>
            <a:ext cx="36576" cy="2926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3941064"/>
            <a:ext cx="100584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941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CRNN Pipeline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85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 /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8470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FDCDF20-AC91-F44B-E681-6755C0DF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0" b="17675"/>
          <a:stretch>
            <a:fillRect/>
          </a:stretch>
        </p:blipFill>
        <p:spPr>
          <a:xfrm>
            <a:off x="881817" y="1161288"/>
            <a:ext cx="3500042" cy="392207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0825E43-12E9-8649-CFFF-4FE3116ED6DA}"/>
              </a:ext>
            </a:extLst>
          </p:cNvPr>
          <p:cNvSpPr txBox="1"/>
          <p:nvPr/>
        </p:nvSpPr>
        <p:spPr>
          <a:xfrm>
            <a:off x="4779045" y="4309498"/>
            <a:ext cx="409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                                      Dataset  </a:t>
            </a:r>
          </a:p>
          <a:p>
            <a:r>
              <a:rPr lang="en-US" sz="1200" dirty="0"/>
              <a:t>https://www.kaggle.com/datasets/urbikn/sroie-datasetv2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D869C2-104B-5057-EA4F-AAE0C3AED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022" y="1770419"/>
            <a:ext cx="4681814" cy="2391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SROIE Benchmark · PyTorch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8449056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84124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4023360" cy="3566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98448"/>
            <a:ext cx="402336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📂  SROIE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Scanned Receipts OCR &amp; IE Challenge 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957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Real-world receipt images with annotated ground truth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895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Covers font variation, layout diversity, and noise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383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Widely adopted OCR benchmark for document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877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Supports text detection, recognition, and IE 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1298448"/>
            <a:ext cx="4023360" cy="3566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298448"/>
            <a:ext cx="402336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44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Implementation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8836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Language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8836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Python 3.x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29514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323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Framework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4323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PyTorch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84378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809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Image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98094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OpenCV, PIL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39242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295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Numerics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5295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NumPy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941064"/>
            <a:ext cx="3657600" cy="91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0782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8E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40782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CRNN (CNN + BiLSTM + CTC)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Empirical performance on SROIE benchmark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85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4114800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25880"/>
            <a:ext cx="4114800" cy="4754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Structured CSV Export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Extracted text organized into structured CSV rows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Fields: item name, quantity, price, total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41056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Demonstrates practical document digitization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4443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Enables downstream data analytics pipelines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FD6A63-24F7-65C1-A69F-ED76D8273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106" y="1828800"/>
            <a:ext cx="2441993" cy="1600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8B2AEB-9E58-8234-C5C0-44B488A6A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43" y="1835835"/>
            <a:ext cx="2792256" cy="29679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F0809B-E900-C102-7FD9-851537155788}"/>
              </a:ext>
            </a:extLst>
          </p:cNvPr>
          <p:cNvSpPr txBox="1"/>
          <p:nvPr/>
        </p:nvSpPr>
        <p:spPr>
          <a:xfrm>
            <a:off x="3695700" y="232386"/>
            <a:ext cx="467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https://github.com/ANJITHAABHI/OCR.git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- outputs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9F8E"/>
                </a:solidFill>
              </a:rPr>
              <a:t>CER Metric · Identified Constraints · Future Directions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449056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9552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05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4571" y="2267009"/>
            <a:ext cx="2697480" cy="204438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4583" y="1799864"/>
            <a:ext cx="2697480" cy="467145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891" y="1889355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7940" y="246659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Metric: Character Error Rate (CER)- 4.03%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8858" y="314173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Reliable accuracy on structured receipt data – 95.97%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A5C18C3-36D4-FE37-6D01-FAE6D274B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347" y="1261872"/>
            <a:ext cx="5311406" cy="39018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2D07D0A-9098-F4F5-C7B9-820C9B31C1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659"/>
          <a:stretch>
            <a:fillRect/>
          </a:stretch>
        </p:blipFill>
        <p:spPr>
          <a:xfrm>
            <a:off x="3316309" y="1770930"/>
            <a:ext cx="984832" cy="302052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4C38297-1460-331F-50E4-022BBB49C0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8697"/>
          <a:stretch>
            <a:fillRect/>
          </a:stretch>
        </p:blipFill>
        <p:spPr>
          <a:xfrm>
            <a:off x="4434840" y="1799864"/>
            <a:ext cx="984832" cy="30205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8529295-74C6-96F6-6E99-B4F2EC7FA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918" y="2358322"/>
            <a:ext cx="3182610" cy="177559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65383E2-3B47-BE4D-F230-B50304FBAB33}"/>
              </a:ext>
            </a:extLst>
          </p:cNvPr>
          <p:cNvSpPr txBox="1"/>
          <p:nvPr/>
        </p:nvSpPr>
        <p:spPr>
          <a:xfrm>
            <a:off x="3724421" y="4805525"/>
            <a:ext cx="1420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Fig : Output predictions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FF253C-396C-3581-6295-A18D3A397183}"/>
              </a:ext>
            </a:extLst>
          </p:cNvPr>
          <p:cNvSpPr txBox="1"/>
          <p:nvPr/>
        </p:nvSpPr>
        <p:spPr>
          <a:xfrm>
            <a:off x="6793892" y="4255192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Fig: Epoch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F8E"/>
                </a:solidFill>
              </a:rPr>
              <a:t>Roles &amp; Responsibilities — AI TA2 · April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858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06 /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0605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005840" cy="1600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Adithiyan</a:t>
            </a:r>
            <a:r>
              <a:rPr lang="en-US" sz="1200" dirty="0">
                <a:solidFill>
                  <a:schemeClr val="bg1"/>
                </a:solidFill>
              </a:rPr>
              <a:t> R S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837944" y="19918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AI engineering and launching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35608" y="18379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332914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325880"/>
            <a:ext cx="1005840" cy="1600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8745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Miracle Elliot </a:t>
            </a:r>
            <a:r>
              <a:rPr lang="en-US" sz="1200" dirty="0" err="1">
                <a:solidFill>
                  <a:schemeClr val="bg1"/>
                </a:solidFill>
              </a:rPr>
              <a:t>Tettevi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7409" y="19476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E293B"/>
                </a:solidFill>
              </a:rPr>
              <a:t>Data collection, selection and management; topic selection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18379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1005840" cy="1600200"/>
          </a:xfrm>
          <a:prstGeom prst="rect">
            <a:avLst/>
          </a:prstGeom>
          <a:solidFill>
            <a:srgbClr val="8B4AA0"/>
          </a:solidFill>
          <a:ln w="12700">
            <a:solidFill>
              <a:srgbClr val="8B4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6576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Anjitha B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37944" y="38724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PPT, integration and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 </a:t>
            </a:r>
            <a:r>
              <a:rPr lang="en-US" sz="1250" b="1" dirty="0" err="1">
                <a:solidFill>
                  <a:srgbClr val="1E293B"/>
                </a:solidFill>
              </a:rPr>
              <a:t>github</a:t>
            </a:r>
            <a:r>
              <a:rPr lang="en-US" sz="1250" b="1" dirty="0">
                <a:solidFill>
                  <a:srgbClr val="1E293B"/>
                </a:solidFill>
              </a:rPr>
              <a:t> management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35608" y="36667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31546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3154680"/>
            <a:ext cx="1005840" cy="1600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6576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Members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87951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Integration &amp; Presentation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852160" y="3666744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328</Words>
  <Application>Microsoft Office PowerPoint</Application>
  <PresentationFormat>On-screen Show (16:9)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System – AI TA2 Project</dc:title>
  <dc:subject>PptxGenJS Presentation</dc:subject>
  <dc:creator>PptxGenJS</dc:creator>
  <cp:lastModifiedBy>Anjitha Abhi</cp:lastModifiedBy>
  <cp:revision>9</cp:revision>
  <dcterms:created xsi:type="dcterms:W3CDTF">2026-04-05T17:30:10Z</dcterms:created>
  <dcterms:modified xsi:type="dcterms:W3CDTF">2026-04-07T10:09:11Z</dcterms:modified>
</cp:coreProperties>
</file>